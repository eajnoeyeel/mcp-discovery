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FlatStrategy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21.5</c:v>
                </c:pt>
                <c:pt idx="1">
                  <c:v>25.6</c:v>
                </c:pt>
                <c:pt idx="2">
                  <c:v>28.2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ParallelStrategy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20.1</c:v>
                </c:pt>
                <c:pt idx="1">
                  <c:v>21.6</c:v>
                </c:pt>
                <c:pt idx="2">
                  <c:v>26.8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Dense Only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21.5</c:v>
                </c:pt>
                <c:pt idx="1">
                  <c:v>25.6</c:v>
                </c:pt>
                <c:pt idx="2">
                  <c:v>28.2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(RRF)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48.9</c:v>
                </c:pt>
                <c:pt idx="1">
                  <c:v>56.2</c:v>
                </c:pt>
                <c:pt idx="2">
                  <c:v>63.1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Discovery Platform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Tool Retrieval for LLM Agents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Indexed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147ms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이연재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36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Discovery exists — retrieval vs hosting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3-Plane model, thin hot path, degraded modes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724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pattern, embedding, confidence branching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Experiment-Driven Pivots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19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E0→E3→Recall@K — how data changed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913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highlights — investigation, post-mortem, trade-offs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Next Steps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507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unsolved, what's next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&amp;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agents need the right tool, not all the tools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servers × 10 tools avg = 3,000+ tools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 = millions of tokens in context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"File search" → filesystem, GitHub, GDrive, S3...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can't see them all; needs top-K candidates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657600" cy="22860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→ Return top-K (K=3)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makes final selection from candidates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job: Recall@K (is answer in top-K?)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APIs: find_best_tool + execute_tool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thesis:  Discovery ≠ Hosting.  We retrieve, not execute.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Three-plane separation keeps the hot path thin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~150ms budget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handler (~95 LOC)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 writes in hot 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fallback on timeout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ScoreBreakdown + reason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256032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645920"/>
            <a:ext cx="2560320" cy="54864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2148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offline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5146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indexing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 sync (5min)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materialized views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 mgmt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256032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645920"/>
            <a:ext cx="256032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Optimization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148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E0-E7 experiments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descriptions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generation pipeline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pollutes canonical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Ranking:  final = retrieval × 0.75  +  operability × 0.25  +  boost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SEARCH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strategies, one interface — let experiments decide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Embed → Qdrant → Top-K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755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SequentialStrategy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715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Server search → Tool filter → Top-K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2532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[Server + Tool parallel] → RRF → Top-K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33101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7680960" cy="10972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Branching (ADR-0005)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= score[rank1] − score[rank2]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&gt; 0.15 → Top-1 (fast)   |   gap ≤ 0.15 → Top-3 + hint (LLM chooses)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EXPERIMENT-DRIVEN PIVOTS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 aren't numbers — they're decision tools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7680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Pool Sweep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found invalid (ADR-0013)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87452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Strategy Compare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+ Reranker wins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8745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Description A/B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p=0.833  No significance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874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E4v2 Selection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p=0.008  Causal proof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187452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Reranker 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— 38× slower, -2pp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1874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Baseline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&gt; Parallel  21.5%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26680" y="1874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45236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+27.4pp  Biggest gain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794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pivots from experiments: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Reranker removed (E3: -2pp, +5.8s)   2) Flat &gt; Parallel without reranker   3) Recall@K replaces Precision@1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1   RERANKER REMOVAL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"More stages = better refinement" was wrong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Reranker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Reranker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-2pp (worse)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6,001ms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38× 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291840"/>
            <a:ext cx="76809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reranker fail?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49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permutes order — it doesn't find new candidates.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correct tool isn't in top-20, reranking bad candidates just produces different bad order.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confused two variables: Parallel's diverse pool + reranker's refinement. E3 isolated the reranker.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2   METRIC &amp; STRATEGY SHIFT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reranker, Flat beats Parallel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544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554480"/>
            <a:ext cx="3108960" cy="2560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778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Recall@K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57784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21.5%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577840" y="3108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 (LLM context limit)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= 320 servers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= 2,273 entries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35%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Recall@K, not Precision@1?  —  Our role is retrieval (top-K candidates), not selection (rank-1). LLM decides.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 DESCRIPTION ENRICHMENT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"Always enrich" is wrong — it depends on baseline quality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E4: Full A/B Test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P@1: +0.97pp  →  p = 0.833 (not significant)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Rate: -5pp (good!)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-2.9pp (bad!)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Conflict: Embedding wants short,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Reranker wants rich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657600" cy="1645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E4v2: Selection Controllability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Bypassed embedding — fixed candidates only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git_log: -33pp  p = 0.008 (significant harm)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search_records: +5pp (modest help)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 description → selection is causal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Enrichment Strategy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406908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05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&gt; 90% TSR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touch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406908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4005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50-70% TSR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function-specific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005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ambiguous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within cluster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 HYBRID 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+ Sparse = +27.4pp (largest single improvement)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92608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+27.4pp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Recall@3 improvement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Dense-only → Hybrid (RRF)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gain in all experiments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931920" y="1554480"/>
          <a:ext cx="44805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4297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(embedding): Catches semantic paraphrases — "find files" → filesystem::search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(SPLADE via FastEmbed): Learned sparse repr — "github search_repositories" → exact tool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coverage: overlapping cases are few → combined recall jumps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ENGINEERING DECISIONS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ADRs — every major decision documented and justified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Description 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approaches investigated. Found MCP instructions field unset in ~90% of servers. GitHub metadata = pragmatic proxy for 36/50 servers.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402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40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Pool-GT Alignment Fix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results invalid — 3-layer root cause: spec-code gap, sort bug, missing validation gate. Added prevention.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880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GT Decomposition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MCP-Atlas multi-step → our single-step API. Hit@K masks the problem; per-step decomposition solves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520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520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Dataset Strategy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Self-built GT had structural flaws. Traded autonomy for MCP-Zero + MCP-Atlas quality under deadline.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MCP Server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2-tool proxy eliminates 60K token prompt bloat. Validated cross-language proxying + latency.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TRADE-OFFS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unsolved — and what's next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3474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 queries miss — but Hybrid shows 48.9%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fixed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real query log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2-component (75/25)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&amp; trust signals deferred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11/320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 servers have no GT — blind spots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ownership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Quota, rate limiting not 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hybrid search to production — validate +27.4pp in live traffic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confidence threshold from real query logs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GT coverage beyond 11 servers using automated generation pipeline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Lessons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decide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experiment (E3) changed the entire pipeline. Measure before you build — not after.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your variables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79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confounded strategy + reranker. E3 isolated the reranker. Isolation enabled the right decision.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your intuitions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5478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stages = better" and "richer descriptions = better" were both conditionally wrong.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hot path thin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165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 LOC search handler. No writes, no aggregation. Fallback, monitoring, scaling all become easier.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—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Discovery Platform — Engineering Deep Dive</dc:title>
  <dc:subject>PptxGenJS Presentation</dc:subject>
  <dc:creator>연재 (Yeonjae Lee)</dc:creator>
  <cp:lastModifiedBy>연재 (Yeonjae Lee)</cp:lastModifiedBy>
  <cp:revision>1</cp:revision>
  <dcterms:created xsi:type="dcterms:W3CDTF">2026-04-18T09:50:32Z</dcterms:created>
  <dcterms:modified xsi:type="dcterms:W3CDTF">2026-04-18T09:50:32Z</dcterms:modified>
</cp:coreProperties>
</file>